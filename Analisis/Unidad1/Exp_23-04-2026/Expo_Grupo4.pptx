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2165" y="9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4BA0B31D-5108-4CC2-8ABB-059F96F35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90330" y="8713079"/>
            <a:ext cx="1743318" cy="3714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410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486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410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6892"/>
            <a:ext cx="16256000" cy="95718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4107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486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334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334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4107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5631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4869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4869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410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Personalizado</PresentationFormat>
  <Paragraphs>0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YULIANA ANAHI VALENCIA BUSTAMANTE</cp:lastModifiedBy>
  <cp:revision>2</cp:revision>
  <dcterms:created xsi:type="dcterms:W3CDTF">2006-08-16T00:00:00Z</dcterms:created>
  <dcterms:modified xsi:type="dcterms:W3CDTF">2026-04-23T14:58:38Z</dcterms:modified>
</cp:coreProperties>
</file>